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1001" autoAdjust="0"/>
  </p:normalViewPr>
  <p:slideViewPr>
    <p:cSldViewPr snapToGrid="0">
      <p:cViewPr varScale="1">
        <p:scale>
          <a:sx n="84" d="100"/>
          <a:sy n="84" d="100"/>
        </p:scale>
        <p:origin x="485" y="6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4/2/2026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rinivas-pullela/Network-Port-Scanner-GUI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4721" y="3202503"/>
            <a:ext cx="4671752" cy="2400275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Student Name : Srinivas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/>
          </a:bodyPr>
          <a:lstStyle/>
          <a:p>
            <a:r>
              <a:rPr lang="en-IN" sz="3200" dirty="0"/>
              <a:t>Network Port Scanner GUI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66C6EBB-597F-CEA2-E411-D8210E2B116D}"/>
              </a:ext>
            </a:extLst>
          </p:cNvPr>
          <p:cNvSpPr txBox="1">
            <a:spLocks/>
          </p:cNvSpPr>
          <p:nvPr/>
        </p:nvSpPr>
        <p:spPr>
          <a:xfrm>
            <a:off x="4605250" y="4456701"/>
            <a:ext cx="6492241" cy="1324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College Name : Government Engineering College -Raichur, Karnataka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D468F96-767D-7AE9-4D4B-514C52317D97}"/>
              </a:ext>
            </a:extLst>
          </p:cNvPr>
          <p:cNvSpPr txBox="1">
            <a:spLocks/>
          </p:cNvSpPr>
          <p:nvPr/>
        </p:nvSpPr>
        <p:spPr>
          <a:xfrm>
            <a:off x="4161136" y="3834349"/>
            <a:ext cx="5856624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 AICTE ID:</a:t>
            </a:r>
            <a:r>
              <a:rPr lang="en-IN" b="0" dirty="0"/>
              <a:t> STU68ea313b6381c1760178491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3" grpId="0" build="p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93164" cy="360798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Network professionals and students frequently need to discover which TCP ports are open on a target machine. Existing tools like nmap require command-line knowledge, separate installation, and are not beginner-friendly. There is a need for a simple, cross-platform graphical tool that anyone can use without prior networking expertise.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1839448" cy="5010372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Project Description</a:t>
            </a:r>
            <a:br>
              <a:rPr lang="en-GB" dirty="0"/>
            </a:br>
            <a:r>
              <a:rPr lang="en-US" sz="2200" b="0" dirty="0"/>
              <a:t>A lightweight and user-friendly TCP port scanning application developed using Python and </a:t>
            </a:r>
            <a:r>
              <a:rPr lang="en-US" sz="2200" b="0" dirty="0" err="1"/>
              <a:t>Tkinter</a:t>
            </a:r>
            <a:r>
              <a:rPr lang="en-US" sz="2200" b="0" dirty="0"/>
              <a:t>. This tool allows users to enter a target IP address or hostname along with a port range, and efficiently scans for open ports using multi-threading. The application displays results in real-time, including commonly known services (like HTTP, SSH, etc.), making it useful for students, network administrators, and cybersecurity beginners. It requires no external libraries and works across multiple platforms. </a:t>
            </a:r>
            <a:br>
              <a:rPr lang="en-US" sz="2200" b="0" dirty="0"/>
            </a:br>
            <a:br>
              <a:rPr lang="en-US" sz="2200" b="0" dirty="0"/>
            </a:br>
            <a:r>
              <a:rPr lang="en-US" sz="2200" dirty="0"/>
              <a:t>Key Features:</a:t>
            </a:r>
            <a:br>
              <a:rPr lang="en-US" sz="2200" dirty="0"/>
            </a:br>
            <a:r>
              <a:rPr lang="en-US" sz="2200" b="0" dirty="0"/>
              <a:t>Simple GUI (Target, Start Port, End Port) </a:t>
            </a:r>
            <a:br>
              <a:rPr lang="en-US" sz="2200" b="0" dirty="0"/>
            </a:br>
            <a:r>
              <a:rPr lang="en-US" sz="2200" b="0" dirty="0"/>
              <a:t>Fast multi-threaded scanning </a:t>
            </a:r>
            <a:br>
              <a:rPr lang="en-US" sz="2200" b="0" dirty="0"/>
            </a:br>
            <a:r>
              <a:rPr lang="en-US" sz="2200" b="0" dirty="0"/>
              <a:t>Real-time results display </a:t>
            </a:r>
            <a:br>
              <a:rPr lang="en-US" sz="2200" b="0" dirty="0"/>
            </a:br>
            <a:r>
              <a:rPr lang="en-US" sz="2200" b="0" dirty="0"/>
              <a:t>Cross-platform (Windows, Linux, macOS) </a:t>
            </a:r>
            <a:br>
              <a:rPr lang="en-US" sz="2200" b="0" dirty="0"/>
            </a:br>
            <a:r>
              <a:rPr lang="en-US" sz="2200" b="0" dirty="0"/>
              <a:t>No external dependencies</a:t>
            </a:r>
            <a:br>
              <a:rPr lang="en-US" b="0" dirty="0"/>
            </a:br>
            <a:br>
              <a:rPr lang="en-US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541513" cy="399002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b="1" dirty="0"/>
              <a:t>     Who uses this application:</a:t>
            </a:r>
            <a:endParaRPr lang="en-US" sz="3600" dirty="0"/>
          </a:p>
          <a:p>
            <a:r>
              <a:rPr lang="en-US" sz="3600" dirty="0"/>
              <a:t>👨‍🎓 </a:t>
            </a:r>
            <a:r>
              <a:rPr lang="en-US" sz="3600" b="1" dirty="0"/>
              <a:t>Students &amp; Learners</a:t>
            </a:r>
            <a:br>
              <a:rPr lang="en-US" sz="3600" dirty="0"/>
            </a:br>
            <a:r>
              <a:rPr lang="en-US" sz="3600" dirty="0"/>
              <a:t>To understand networking concepts and port scanning basics </a:t>
            </a:r>
          </a:p>
          <a:p>
            <a:r>
              <a:rPr lang="en-US" sz="3600" dirty="0"/>
              <a:t>🧑‍💻 </a:t>
            </a:r>
            <a:r>
              <a:rPr lang="en-US" sz="3600" b="1" dirty="0"/>
              <a:t>Network Administrators</a:t>
            </a:r>
            <a:br>
              <a:rPr lang="en-US" sz="3600" dirty="0"/>
            </a:br>
            <a:r>
              <a:rPr lang="en-US" sz="3600" dirty="0"/>
              <a:t>To check open ports and monitor network security </a:t>
            </a:r>
          </a:p>
          <a:p>
            <a:r>
              <a:rPr lang="en-US" sz="3600" dirty="0"/>
              <a:t>🔐 </a:t>
            </a:r>
            <a:r>
              <a:rPr lang="en-US" sz="3600" b="1" dirty="0"/>
              <a:t>Cybersecurity Beginners</a:t>
            </a:r>
            <a:br>
              <a:rPr lang="en-US" sz="3600" dirty="0"/>
            </a:br>
            <a:r>
              <a:rPr lang="en-US" sz="3600" dirty="0"/>
              <a:t>To practice vulnerability analysis and ethical hacking basics </a:t>
            </a:r>
          </a:p>
          <a:p>
            <a:r>
              <a:rPr lang="en-US" sz="3600" dirty="0"/>
              <a:t>🏢 </a:t>
            </a:r>
            <a:r>
              <a:rPr lang="en-US" sz="3600" b="1" dirty="0"/>
              <a:t>IT Professionals</a:t>
            </a:r>
            <a:br>
              <a:rPr lang="en-US" sz="3600" dirty="0"/>
            </a:br>
            <a:r>
              <a:rPr lang="en-US" sz="3600" dirty="0"/>
              <a:t>To troubleshoot services and identify running applications on systems </a:t>
            </a:r>
          </a:p>
          <a:p>
            <a:r>
              <a:rPr lang="en-US" sz="3600" dirty="0"/>
              <a:t>🧪 </a:t>
            </a:r>
            <a:r>
              <a:rPr lang="en-US" sz="3600" b="1" dirty="0"/>
              <a:t>Developers &amp; Testers</a:t>
            </a:r>
            <a:br>
              <a:rPr lang="en-US" sz="3600" dirty="0"/>
            </a:br>
            <a:r>
              <a:rPr lang="en-US" sz="3600" dirty="0"/>
              <a:t>To verify if specific ports/services are active during development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81328" y="1432560"/>
            <a:ext cx="8366760" cy="5243448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🐍 </a:t>
            </a:r>
            <a:r>
              <a:rPr lang="en-IN" b="1" dirty="0"/>
              <a:t>Python (3.7+)</a:t>
            </a:r>
            <a:br>
              <a:rPr lang="en-IN" dirty="0"/>
            </a:br>
            <a:r>
              <a:rPr lang="en-IN" dirty="0"/>
              <a:t>Core programming language used to build the application </a:t>
            </a:r>
          </a:p>
          <a:p>
            <a:r>
              <a:rPr lang="en-IN" dirty="0"/>
              <a:t>🖼️ </a:t>
            </a:r>
            <a:r>
              <a:rPr lang="en-IN" b="1" dirty="0"/>
              <a:t>Tkinter (GUI Framework)</a:t>
            </a:r>
            <a:br>
              <a:rPr lang="en-IN" dirty="0"/>
            </a:br>
            <a:r>
              <a:rPr lang="en-IN" dirty="0"/>
              <a:t>Used to design the graphical user interface (no external libraries needed) </a:t>
            </a:r>
          </a:p>
          <a:p>
            <a:r>
              <a:rPr lang="en-IN" dirty="0"/>
              <a:t>🌐 </a:t>
            </a:r>
            <a:r>
              <a:rPr lang="en-IN" b="1" dirty="0"/>
              <a:t>Socket Programming</a:t>
            </a:r>
            <a:br>
              <a:rPr lang="en-IN" dirty="0"/>
            </a:br>
            <a:r>
              <a:rPr lang="en-IN" dirty="0"/>
              <a:t>Used to establish TCP connections and scan ports </a:t>
            </a:r>
          </a:p>
          <a:p>
            <a:r>
              <a:rPr lang="en-IN" dirty="0"/>
              <a:t>⚙️ </a:t>
            </a:r>
            <a:r>
              <a:rPr lang="en-IN" b="1" dirty="0"/>
              <a:t>Multithreading (threading module)</a:t>
            </a:r>
            <a:br>
              <a:rPr lang="en-IN" dirty="0"/>
            </a:br>
            <a:r>
              <a:rPr lang="en-IN" dirty="0"/>
              <a:t>Enables fast and efficient scanning of multiple ports simultaneously </a:t>
            </a:r>
          </a:p>
          <a:p>
            <a:r>
              <a:rPr lang="en-IN" dirty="0"/>
              <a:t>📊 </a:t>
            </a:r>
            <a:r>
              <a:rPr lang="en-IN" b="1" dirty="0"/>
              <a:t>Queue Module</a:t>
            </a:r>
            <a:br>
              <a:rPr lang="en-IN" dirty="0"/>
            </a:br>
            <a:r>
              <a:rPr lang="en-IN" dirty="0"/>
              <a:t>Handles communication between threads and GUI safely </a:t>
            </a:r>
          </a:p>
          <a:p>
            <a:r>
              <a:rPr lang="en-IN" dirty="0"/>
              <a:t>⏱️ </a:t>
            </a:r>
            <a:r>
              <a:rPr lang="en-IN" b="1" dirty="0"/>
              <a:t>Time Module</a:t>
            </a:r>
            <a:br>
              <a:rPr lang="en-IN" dirty="0"/>
            </a:br>
            <a:r>
              <a:rPr lang="en-IN" dirty="0"/>
              <a:t>Used for tracking scan duration and performance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61176E-2E2D-93D1-B18E-2B6810098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8" y="1275371"/>
            <a:ext cx="9191896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7CB889-E494-DAEC-E752-C870C35F4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59" y="1201586"/>
            <a:ext cx="5827206" cy="27515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F7EAA1-92C9-C286-22D4-B633BF5BA4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142" y="3953099"/>
            <a:ext cx="5717938" cy="27515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7EEDE0F-9DFA-55A1-D97B-666A09CEA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60" y="4026882"/>
            <a:ext cx="5827206" cy="26777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625D652-0242-E698-DA51-3F39899173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794" y="1201586"/>
            <a:ext cx="5827206" cy="27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900F22-CA03-DCB3-4365-0258780A5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88" y="1432494"/>
            <a:ext cx="8894618" cy="497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59AE43-189A-84F3-37E4-83349B3C6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70" y="1432495"/>
            <a:ext cx="8779001" cy="48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11095421" cy="545833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  <a:p>
            <a:r>
              <a:rPr lang="en-IN" sz="2400" b="1" dirty="0">
                <a:solidFill>
                  <a:schemeClr val="tx1"/>
                </a:solidFill>
                <a:hlinkClick r:id="rId2"/>
              </a:rPr>
              <a:t>https://github.com/srinivas-pullela/Network-Port-Scanner-GUI</a:t>
            </a:r>
            <a:endParaRPr lang="en-I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687" y="548640"/>
            <a:ext cx="7443217" cy="601010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 sz="4800" dirty="0"/>
              <a:t>Thank you for your time and attention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5881" y="1188720"/>
            <a:ext cx="7616952" cy="3118165"/>
          </a:xfrm>
        </p:spPr>
        <p:txBody>
          <a:bodyPr>
            <a:normAutofit/>
          </a:bodyPr>
          <a:lstStyle/>
          <a:p>
            <a:r>
              <a:rPr lang="en-US" sz="4000" dirty="0"/>
              <a:t>🙏 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602</TotalTime>
  <Words>425</Words>
  <Application>Microsoft Office PowerPoint</Application>
  <PresentationFormat>Widescreen</PresentationFormat>
  <Paragraphs>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Network Port Scanner GUI</vt:lpstr>
      <vt:lpstr>PROBLEM  STATEMENT</vt:lpstr>
      <vt:lpstr>Project Description A lightweight and user-friendly TCP port scanning application developed using Python and Tkinter. This tool allows users to enter a target IP address or hostname along with a port range, and efficiently scans for open ports using multi-threading. The application displays results in real-time, including commonly known services (like HTTP, SSH, etc.), making it useful for students, network administrators, and cybersecurity beginners. It requires no external libraries and works across multiple platforms.   Key Features: Simple GUI (Target, Start Port, End Port)  Fast multi-threaded scanning  Real-time results display  Cross-platform (Windows, Linux, macOS)  No external dependencies 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Thank you for your time and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Srinivas P</cp:lastModifiedBy>
  <cp:revision>92</cp:revision>
  <dcterms:created xsi:type="dcterms:W3CDTF">2021-07-11T13:13:15Z</dcterms:created>
  <dcterms:modified xsi:type="dcterms:W3CDTF">2026-04-02T06:13:17Z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